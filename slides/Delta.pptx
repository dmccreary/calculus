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2"/>
    <p:restoredTop sz="94694"/>
  </p:normalViewPr>
  <p:slideViewPr>
    <p:cSldViewPr snapToGrid="0">
      <p:cViewPr varScale="1">
        <p:scale>
          <a:sx n="107" d="100"/>
          <a:sy n="107" d="100"/>
        </p:scale>
        <p:origin x="8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7FB2-568F-8ECB-253E-71294C1E32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D7895-11B2-3F65-4F07-68741593F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C68EA-8C31-31AA-2869-5F5413E55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AFED-9520-7D50-11DF-8674AC50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6F391-7D64-CD75-0FA0-6FD5B9BC2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9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C2612-4520-7797-81F6-60042F4B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A9D8-251E-1A90-55CE-8BEDAEA83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F3DED-5D6F-E7CF-29D8-935FB0B5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CFFB-0DC6-7B93-C494-4F3E86DF8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2D6E0-4CB1-A008-F31B-F00567ED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7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415E-5A6A-54CB-82AC-0431FB32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211D4-2D58-C736-0166-0DC719407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8972F-BF1C-126B-EF39-782F68AA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F7551-AACA-1D46-80B5-3257DC12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AAC1E-4C51-6F3B-022C-479620F7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4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0F73-3FDB-9560-C45A-7D66ACCC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FCED-5C9F-5402-E37E-FEFA6ED72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D70EE-65A4-5974-DA99-57D642B70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C1C09-A58E-0326-272C-4701D665F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6803D-6D5A-C582-D418-2FB5B9CB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0CF5-2117-BA1E-5B85-437E1A59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5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18528-7517-24AC-4CEB-613182EE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AE9CC-51D4-E4E6-3D66-CD69D5E6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79DFB2-0010-489A-FEA8-A770AEB4F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42A8A-89BC-3448-666F-CD17C5AD4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47A29-7DBC-CE54-7C68-B8420D36D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A95AB-B159-9B8B-935F-1AECF9EFD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C9E52B-6726-25C2-4F5B-A8207594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78B66C-6DCF-30E0-613A-24F34DEA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61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56FD5-0383-CD63-3A26-48899E43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6D9ECB-320E-E4A3-CE22-ECFCE3C85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1AE9AD-FA1F-6356-B76B-3FBCEBF48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BA7B9-C447-E2DE-E4EC-1D4242F8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16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06C9D-5360-33E6-E981-430D2DF4C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F9F296-2240-526F-74C6-7B52D7E5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21A6F-FBBB-0988-5617-A1A7615A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5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DF362-DA41-AF08-F4D2-EC265AB0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E4729-955C-8167-7014-78D69CF7E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5FB89-BA15-03B8-051F-2BF7E1745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8E0A6-5282-94DF-E911-A2F94D17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F5BE0-3E6F-CEAA-FF71-54B0A56A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25FB4-D020-1F03-E3F1-58C0E5CF3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816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8D03-E482-AA8D-9C3D-AB4FA6946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8829B4-A919-51F6-6DDF-5516E2240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23D5C-5DF7-6BC9-A435-D925F2E4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53C2F-FFA4-3391-06CF-3FF3B549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DEF0D-9F46-3A52-498C-7A6F9023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7947D-D401-AEE0-BC2E-168617EE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5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F787B-29CA-0291-0B8E-C32BD556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9384A-C8AF-FCDA-4199-90A23CD1E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8242A-997E-DC60-4DA8-34BF3909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B10B8-01BA-BD51-987D-C72936620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8451-ACE5-AC8B-63F1-266817D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23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5E880-571D-12EC-760B-A49061620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B1D23F-4C8F-7381-AC0B-B1B3A563C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3ED90-E6F0-170D-B520-83B5B1666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AFF8-A0E8-BA76-2713-F97248E7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D42D-CEE3-7C22-92EB-DDF98393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3F639-09EC-F408-F69D-5ACDEBD0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E146B-9734-4331-DC32-A452B1E87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9CBE4-5088-880D-0143-3EB7D0F31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D9422-6157-154F-AEB1-ED9D5097029B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30B24-CB4B-4D0B-2F5E-939363D34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36069-D02F-6AB1-59A7-990FAFE5D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77DAEE-B933-4E41-BAD0-33D7CDC0F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6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robot&#10;&#10;AI-generated content may be incorrect.">
            <a:extLst>
              <a:ext uri="{FF2B5EF4-FFF2-40B4-BE49-F238E27FC236}">
                <a16:creationId xmlns:a16="http://schemas.microsoft.com/office/drawing/2014/main" id="{B14DC6E9-5BC6-6F52-F186-E8021F780B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58" t="7798" r="27069" b="10384"/>
          <a:stretch>
            <a:fillRect/>
          </a:stretch>
        </p:blipFill>
        <p:spPr>
          <a:xfrm>
            <a:off x="2956956" y="581890"/>
            <a:ext cx="3930732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5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2026-02-03T15:02:48Z</dcterms:created>
  <dcterms:modified xsi:type="dcterms:W3CDTF">2026-02-04T14:01:38Z</dcterms:modified>
</cp:coreProperties>
</file>